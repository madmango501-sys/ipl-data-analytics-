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73" autoAdjust="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74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340424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079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8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68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43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842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03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732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31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54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9811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8825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279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9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7885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253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855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5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IPL Data Analytics &amp; Reporting using Excel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Subject: Data Analytics and Reporting</a:t>
            </a:r>
          </a:p>
          <a:p>
            <a:r>
              <a:rPr dirty="0"/>
              <a:t>Prepared by: Aman Kushwaha</a:t>
            </a:r>
            <a:r>
              <a:rPr lang="en-IN" dirty="0"/>
              <a:t>(202410101150081)</a:t>
            </a:r>
          </a:p>
          <a:p>
            <a:r>
              <a:rPr lang="en-IN" dirty="0"/>
              <a:t>:Faisal Ansari</a:t>
            </a:r>
            <a:r>
              <a:rPr lang="en-IN"/>
              <a:t>(202410101150079)</a:t>
            </a:r>
            <a:endParaRPr dirty="0"/>
          </a:p>
          <a:p>
            <a:r>
              <a:rPr dirty="0"/>
              <a:t>Course: </a:t>
            </a:r>
            <a:r>
              <a:rPr dirty="0" err="1"/>
              <a:t>B.Tech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1728216"/>
            <a:ext cx="8229600" cy="4525963"/>
          </a:xfrm>
        </p:spPr>
        <p:txBody>
          <a:bodyPr/>
          <a:lstStyle/>
          <a:p>
            <a:r>
              <a:rPr dirty="0"/>
              <a:t>To analyze IPL match performance data using Excel to identify trends, top-performing teams and players, and visualize results through pivot tables and dashboards.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4741" y="2471930"/>
            <a:ext cx="7704667" cy="3332816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t>• Dataset Name: IPL_Analysis_Data.xlsx</a:t>
            </a:r>
          </a:p>
          <a:p>
            <a:pPr>
              <a:buFont typeface="Wingdings" panose="05000000000000000000" pitchFamily="2" charset="2"/>
              <a:buChar char="v"/>
            </a:pPr>
            <a:r>
              <a:t>• Rows: 1,200</a:t>
            </a:r>
          </a:p>
          <a:p>
            <a:pPr>
              <a:buFont typeface="Wingdings" panose="05000000000000000000" pitchFamily="2" charset="2"/>
              <a:buChar char="v"/>
            </a:pPr>
            <a:r>
              <a:t>• Columns: 12</a:t>
            </a:r>
          </a:p>
          <a:p>
            <a:pPr>
              <a:buFont typeface="Wingdings" panose="05000000000000000000" pitchFamily="2" charset="2"/>
              <a:buChar char="v"/>
            </a:pPr>
            <a:r>
              <a:t>• Seasons: 2018–2023</a:t>
            </a:r>
          </a:p>
          <a:p>
            <a:pPr>
              <a:buFont typeface="Wingdings" panose="05000000000000000000" pitchFamily="2" charset="2"/>
              <a:buChar char="v"/>
            </a:pPr>
            <a:r>
              <a:t>• Data Fields: Match_ID, Team_Batting, Team_Bowling, Batsman, Bowler, Over, Runs, Wickets, etc.</a:t>
            </a:r>
          </a:p>
          <a:p>
            <a:pPr>
              <a:buFont typeface="Wingdings" panose="05000000000000000000" pitchFamily="2" charset="2"/>
              <a:buChar char="v"/>
            </a:pPr>
            <a:r>
              <a:t>• Dataset generated using realistic IPL match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256033"/>
            <a:ext cx="7704667" cy="1981200"/>
          </a:xfrm>
        </p:spPr>
        <p:txBody>
          <a:bodyPr/>
          <a:lstStyle/>
          <a:p>
            <a:r>
              <a:rPr dirty="0"/>
              <a:t>Data Cleaning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57400" y="1600200"/>
            <a:ext cx="8229600" cy="45259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dirty="0"/>
              <a:t>• Removed duplicates</a:t>
            </a:r>
            <a:r>
              <a:rPr lang="en-IN" dirty="0"/>
              <a:t> (Data&gt;&gt;Remove duplicates)</a:t>
            </a:r>
            <a:endParaRPr dirty="0"/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Handled missing values (replaced with 0 or N</a:t>
            </a:r>
            <a:r>
              <a:rPr lang="en-US" dirty="0"/>
              <a:t>A)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/>
              <a:t>• Formatted column names and data types (ctrl+1)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Added filters for easy analysis</a:t>
            </a:r>
            <a:r>
              <a:rPr lang="en-IN" dirty="0"/>
              <a:t> (Data&gt;&gt;Filter)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Formulas and Functions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29605" y="2282952"/>
            <a:ext cx="7704667" cy="3332816"/>
          </a:xfrm>
        </p:spPr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dirty="0"/>
              <a:t>• SUM(), AVERAGE(), MAX(), MIN()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COUNTIF(), SUMIF(), AVERAGEIF()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IF() for classifying high/low performers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Conditional Formatting for highlighting top scores and wickets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Pivot Table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3653" y="2438401"/>
            <a:ext cx="7704667" cy="333281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dirty="0"/>
              <a:t>• Total Runs by Batting Team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Total Wickets by Bowler</a:t>
            </a:r>
            <a:endParaRPr lang="en-IN" dirty="0"/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• Total Run By Batsman</a:t>
            </a:r>
            <a:endParaRPr dirty="0"/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Runs Scored per Season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Created Pivot Tables for quick summarization of large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Charts and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dirty="0"/>
              <a:t>• Column Chart – Team-wise Total Runs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Pie Chart – % of Wickets per Bowler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Line Chart – Season-wise Run Trends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dirty="0"/>
              <a:t>• Visualized data using Excel’s chart tools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Dashboard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dirty="0"/>
              <a:t>• Combined pivot charts and create an interactive dashboard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• Dashboard </a:t>
            </a:r>
            <a:r>
              <a:rPr dirty="0"/>
              <a:t>title: 'IPL Performance Dashboard’</a:t>
            </a:r>
            <a:endParaRPr lang="en-IN" dirty="0"/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• Dashboard Include Combined pivoted Chart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• Using Dashboard analysing data become easier </a:t>
            </a:r>
          </a:p>
          <a:p>
            <a:pPr>
              <a:buFont typeface="Wingdings" panose="05000000000000000000" pitchFamily="2" charset="2"/>
              <a:buChar char="v"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Insights &amp;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• MI recorded the highest total runs</a:t>
            </a:r>
            <a:endParaRPr lang="en-IN" dirty="0"/>
          </a:p>
          <a:p>
            <a:pPr lvl="0"/>
            <a:r>
              <a:rPr lang="en-US" dirty="0"/>
              <a:t>• B Kumar and K Yadav took most wickets</a:t>
            </a:r>
            <a:endParaRPr lang="en-IN" dirty="0"/>
          </a:p>
          <a:p>
            <a:pPr lvl="0"/>
            <a:r>
              <a:rPr lang="en-US" dirty="0"/>
              <a:t>• Average runs per ball ≈ 2.98</a:t>
            </a:r>
            <a:endParaRPr lang="en-IN" dirty="0"/>
          </a:p>
          <a:p>
            <a:pPr lvl="0"/>
            <a:r>
              <a:rPr lang="en-US" dirty="0"/>
              <a:t>• Most wickets occurred in overs 4,8,14</a:t>
            </a:r>
            <a:endParaRPr lang="en-IN" dirty="0"/>
          </a:p>
          <a:p>
            <a:pPr lvl="0"/>
            <a:r>
              <a:rPr lang="en-US" dirty="0"/>
              <a:t>• ‘Stumped' was the most frequent wicket type</a:t>
            </a:r>
            <a:endParaRPr lang="en-IN" dirty="0"/>
          </a:p>
          <a:p>
            <a:pPr lvl="0"/>
            <a:r>
              <a:rPr lang="en-US" dirty="0"/>
              <a:t>• CSK and MI are consistent scoring teams</a:t>
            </a:r>
            <a:endParaRPr lang="en-IN" dirty="0"/>
          </a:p>
          <a:p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• Successfully analyzed IPL match data using Excel tools</a:t>
            </a:r>
          </a:p>
          <a:p>
            <a:r>
              <a:t>• Identified top players and team performances</a:t>
            </a:r>
          </a:p>
          <a:p>
            <a:r>
              <a:t>• Created interactive visualizations for reporting</a:t>
            </a:r>
          </a:p>
          <a:p>
            <a:endParaRPr/>
          </a:p>
          <a:p>
            <a:r>
              <a:t>References:</a:t>
            </a:r>
          </a:p>
          <a:p>
            <a:r>
              <a:t>• Dataset generated using Python simulation</a:t>
            </a:r>
          </a:p>
          <a:p>
            <a:r>
              <a:t>• IPL reference: www.iplt20.com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59</TotalTime>
  <Words>399</Words>
  <Application>Microsoft Office PowerPoint</Application>
  <PresentationFormat>On-screen Show (4:3)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Corbel</vt:lpstr>
      <vt:lpstr>Wingdings</vt:lpstr>
      <vt:lpstr>Parallax</vt:lpstr>
      <vt:lpstr>IPL Data Analytics &amp; Reporting using Excel</vt:lpstr>
      <vt:lpstr>Project Objective</vt:lpstr>
      <vt:lpstr>Dataset Description</vt:lpstr>
      <vt:lpstr>Data Cleaning Steps</vt:lpstr>
      <vt:lpstr>Formulas and Functions Used</vt:lpstr>
      <vt:lpstr>Pivot Table Analysis</vt:lpstr>
      <vt:lpstr>Charts and Visualizations</vt:lpstr>
      <vt:lpstr>Dashboard Overview</vt:lpstr>
      <vt:lpstr>Insights &amp; Findings</vt:lpstr>
      <vt:lpstr>Conclusion &amp; 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Aman Kushwaha</dc:creator>
  <cp:keywords/>
  <dc:description>generated using python-pptx</dc:description>
  <cp:lastModifiedBy>Aman Kushwaha</cp:lastModifiedBy>
  <cp:revision>3</cp:revision>
  <dcterms:created xsi:type="dcterms:W3CDTF">2013-01-27T09:14:16Z</dcterms:created>
  <dcterms:modified xsi:type="dcterms:W3CDTF">2025-11-22T03:48:38Z</dcterms:modified>
  <cp:category/>
</cp:coreProperties>
</file>